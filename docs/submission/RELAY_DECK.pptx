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varmaleena/Relay" TargetMode="External"/><Relationship Id="rId6" Type="http://schemas.openxmlformats.org/officeDocument/2006/relationships/hyperlink" Target="https://drive.google.com/file/d/1U6Ag1LrUGu6eN4uJwC-B0XncIogZwh5Y/view" TargetMode="External"/><Relationship Id="rId7" Type="http://schemas.openxmlformats.org/officeDocument/2006/relationships/hyperlink" Target="https://work-511514.web.app" TargetMode="External"/><Relationship Id="rId8" Type="http://schemas.openxmlformats.org/officeDocument/2006/relationships/hyperlink" Target="https://work-511514.web.app/result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Team Details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Team: Agent Forge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Team leader: Leena Varma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Members: Nanda Varshitha, Deekshitha, Umesh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Problem: Help scam victims prepare accurate reports and understand their next step.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Relay helps someone who has just transferred money after an impersonation scam.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The person confirms the incident facts, reviews a source-linked contact plan and prepares recipient-specific reports for self-submission.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Gemini supports the language work. Deterministic rules enforce permissions, versions and report checks.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Deployed development prototype. Synthetic data only. No recovery or official acceptance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800"/>
              <a:t>Opportunities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Difference: a structured case and versioned report workflow, with source references and explicit user confirmation.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How it helps: reduces the work of organizing incident details and preparing separate recipient reports. User research and impact measurement remain pending.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Proposed USP: reviewable AI drafts tied to confirmed facts, a pack version and automated checks. Copying or downloading never silently sends a complaint.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Working text flow: guided intake, editable facts and validated evidence upload.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Source-linked proposed contact order and recipient-specific report drafts.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Verification, version checks, explicit approvals, PDF download and case deletion.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Firebase authentication, App Check and server-side ownership checks.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Optional institution delivery is simulated. Voice and advanced cloud features remain disabled pending acceptance gates.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33375" y="1428750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1552575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1. Describe the incident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333750" y="1428750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57575" y="1552575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2. Confirm key facts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334125" y="1428750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7950" y="1552575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3. Review contact plan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34125" y="2809875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57950" y="2933700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4. Generate checked reports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333750" y="2809875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57575" y="2933700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5. Review current version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33375" y="2809875"/>
            <a:ext cx="2428875" cy="857250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57200" y="2933700"/>
            <a:ext cx="2181225" cy="6667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6. Download and self-submit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762250" y="1857375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762625" y="1857375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543800" y="2286000"/>
            <a:ext cx="0" cy="523875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5762625" y="323850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2762250" y="323850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333375" y="4095750"/>
            <a:ext cx="8477250" cy="5715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Follow steps 1–6. Failed checks block the report. Downloads do not submit to an institution.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800"/>
              <a:t>Wireframes/Mock diagrams of the proposed solution (optional)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The implemented browser flow uses these screens: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Intake: describe the fictional incident and inspect the recorded facts.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Plan: review proposed recipients and referenced draft guidance.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Report: inspect verification results and download the current PDF.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Tracker: view explicitly simulated institution outcomes.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Actual prototype screenshots follow in the required snapshots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33375" y="1428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1552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Browser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Firebase Hosting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333750" y="1428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57575" y="1552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Cloud Run API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Auth, App Check, owner checks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34125" y="1428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57950" y="1552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Gemini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Google GenAI SDK + ADK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3375" y="2952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3076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Firestore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Facts, state, report versions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33750" y="2952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57575" y="3076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Private worker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Pub/Sub jobs and checks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334125" y="2952750"/>
            <a:ext cx="2428875" cy="1000125"/>
          </a:xfrm>
          <a:prstGeom prst="round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57950" y="3076575"/>
            <a:ext cx="2181225" cy="8096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Private Cloud Storage</a:t>
            </a:r>
          </a:p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Evidence and PDFs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2762250" y="192405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762625" y="192405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543425" y="2428875"/>
            <a:ext cx="0" cy="523875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2762250" y="344805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762625" y="3448050"/>
            <a:ext cx="5715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333375" y="4191000"/>
            <a:ext cx="8477250" cy="6191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02124"/>
                </a:solidFill>
                <a:latin typeface="Arial"/>
              </a:defRPr>
            </a:pPr>
            <a:r>
              <a:t>Browser calls API. API stores state and schedules jobs. Worker calls Gemini and saves checked outputs.</a:t>
            </a:r>
          </a:p>
          <a:p>
            <a:pPr>
              <a:spcAft>
                <a:spcPts val="1200"/>
              </a:spcAft>
              <a:defRPr sz="1500" b="0">
                <a:solidFill>
                  <a:srgbClr val="202124"/>
                </a:solidFill>
                <a:latin typeface="Arial"/>
              </a:defRPr>
            </a:pPr>
            <a:r>
              <a:t>Storage remains private. Model processing location differs from storage residency.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Firebase Hosting: React / TypeScript browser application.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Firebase Authentication and App Check: identity and app attestation.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Cloud Run: Python / FastAPI API and private background worker.</a:t>
            </a:r>
          </a:p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Firestore: durable case facts, job state, report versions and audit events.</a:t>
            </a:r>
          </a:p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Gemini with Google GenAI SDK and ADK: intake, classification, drafting and verification.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02124"/>
                </a:solidFill>
                <a:latin typeface="Arial"/>
              </a:defRPr>
            </a:pPr>
            <a:r>
              <a:t>Cloud Storage and Pub/Sub: private files and asynchronous work. GitHub Actions: 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Development planning target: INR 1,000. This is a planning target, not a billing cap or measured total.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Cloud Run uses bounded development capacity and scales to zero. Cold starts can delay the first request.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Model calls and stored files contribute usage-based costs. Actual monthly cost and cost per completed case have not been measured.</a:t>
            </a:r>
          </a:p>
          <a:p>
            <a:pPr>
              <a:spcAft>
                <a:spcPts val="12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Before production: measure usage, configure budget alerts and establish capacity and reliability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frame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" y="1428750"/>
            <a:ext cx="4095750" cy="2559844"/>
          </a:xfrm>
          <a:prstGeom prst="rect">
            <a:avLst/>
          </a:prstGeom>
        </p:spPr>
      </p:pic>
      <p:pic>
        <p:nvPicPr>
          <p:cNvPr id="137" name="Picture 136" descr="frame-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428750"/>
            <a:ext cx="4095750" cy="2559844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33375" y="4238625"/>
            <a:ext cx="8477250" cy="6191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Actual hosted synthetic run: intake/confirmed facts and report workflow. Institution actions remain simulated.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Engineering regression suite: 1,155 Python tests passed, 6 skipped. Firebase rules and Firestore emulator checks passed in GitHub CI.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Hosted synthetic demonstration: one run produced three VERIFIED reports and a downloaded two-page PDF. This is functional evidence, not an accuracy estimate.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Comparative model quality, production latency, recovery outcomes and cost per case: not measured.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Source guidance remains an unreviewed draft. Automated verification does not replace qualified human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33375" y="1381125"/>
            <a:ext cx="8477250" cy="314325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Before enabling voice: resolve automatic fact saving and test English/Hindi speech, safety and browser behavior.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Complete qualified human source/language review and outside-team usability checks.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Run comparative evaluations with case-level confidence intervals, latency and cost evidence.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Finish cloud integration for Pack Studio and privacy-preserving linking.</a:t>
            </a:r>
          </a:p>
          <a:p>
            <a:pPr>
              <a:spcAft>
                <a:spcPts val="1200"/>
              </a:spcAft>
              <a:defRPr sz="1900" b="0">
                <a:solidFill>
                  <a:srgbClr val="202124"/>
                </a:solidFill>
                <a:latin typeface="Arial"/>
              </a:defRPr>
            </a:pPr>
            <a:r>
              <a:t>Production readiness requires measured reliability, monitoring and operational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800"/>
              <a:t>Submission links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3375" y="1381125"/>
            <a:ext cx="8477250" cy="2571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02124"/>
                </a:solidFill>
                <a:latin typeface="Arial"/>
              </a:defRPr>
            </a:pPr>
            <a:r>
              <a:t>Public GitHub repository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3375" y="1666875"/>
            <a:ext cx="8477250" cy="3333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967D2"/>
                </a:solidFill>
                <a:latin typeface="Arial"/>
              </a:defRPr>
            </a:pPr>
            <a:r>
              <a:rPr>
                <a:hlinkClick r:id="rId5"/>
              </a:rPr>
              <a:t>https://github.com/varmaleena/Relay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33375" y="2162175"/>
            <a:ext cx="8477250" cy="2571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02124"/>
                </a:solidFill>
                <a:latin typeface="Arial"/>
              </a:defRPr>
            </a:pPr>
            <a:r>
              <a:t>Demo video (3–4 minute submission version)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33375" y="2447925"/>
            <a:ext cx="8477250" cy="3333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967D2"/>
                </a:solidFill>
                <a:latin typeface="Arial"/>
              </a:defRPr>
            </a:pPr>
            <a:r>
              <a:rPr>
                <a:hlinkClick r:id="rId6"/>
              </a:rPr>
              <a:t>https://drive.google.com/file/d/1U6Ag1LrUGu6eN4uJwC-B0XncIogZwh5Y/view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3375" y="2943225"/>
            <a:ext cx="8477250" cy="2571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02124"/>
                </a:solidFill>
                <a:latin typeface="Arial"/>
              </a:defRPr>
            </a:pPr>
            <a:r>
              <a:t>Deployed prototype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33375" y="3228975"/>
            <a:ext cx="8477250" cy="3333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967D2"/>
                </a:solidFill>
                <a:latin typeface="Arial"/>
              </a:defRPr>
            </a:pPr>
            <a:r>
              <a:rPr>
                <a:hlinkClick r:id="rId7"/>
              </a:rPr>
              <a:t>https://work-511514.web.app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3375" y="3724275"/>
            <a:ext cx="8477250" cy="2571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02124"/>
                </a:solidFill>
                <a:latin typeface="Arial"/>
              </a:defRPr>
            </a:pPr>
            <a:r>
              <a:t>Evidence and disclosed limits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3375" y="4010025"/>
            <a:ext cx="8477250" cy="3333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967D2"/>
                </a:solidFill>
                <a:latin typeface="Arial"/>
              </a:defRPr>
            </a:pPr>
            <a:r>
              <a:rPr>
                <a:hlinkClick r:id="rId8"/>
              </a:rPr>
              <a:t>https://work-511514.web.app/results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